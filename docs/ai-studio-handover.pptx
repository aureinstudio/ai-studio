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맑은 고딕"/>
              </a:rPr>
              <a:t>AI-STUDIO · DEVELOPER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맑은 고딕"/>
              </a:rPr>
              <a:t>기술 이전 문서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맑은 고딕"/>
              </a:rPr>
              <a:t>v2.3.0 · 신규 합류 개발자용 기술 이전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맑은 고딕"/>
              </a:rPr>
              <a:t>목표: 이 문서 하나로 1주 안에 첫 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맑은 고딕"/>
              </a:rPr>
              <a:t>KEG · Korean Education Group   |   2026-05-18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Agenda — 19 섹션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0. 1일차 체크리스트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1. 아키텍처 개요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2. 기술 스택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3. 디렉토리 구조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4. 권한 모델 (RLS)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5. 데이터베이스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6. 에이전트 아키텍처 (핵심 IP)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7. API 라우트 패턴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8. 환경 변수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9. Cron 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91440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10. 멀티 테넌트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11. Stripe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12. Resend (이메일)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13. 비용·Rate Limit·관측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14. 자주 막히는 함정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15. 시연 / 데모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16. 알려진 이슈 / 백로그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17. 코드 리뷰 규칙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18. 외부 의존성 / 연락처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19. 참고 문서 + 한 줄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0. 1일차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맑은 고딕"/>
              </a:rPr>
              <a:t>신규 개발자가 1주 안에 첫 PR을 내려면 — 이 7단계만 따라가면 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85800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# 1. clone &amp; install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git clone &lt;repo&gt; &amp;&amp; cd ai-studio-app/apps/web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npm install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# 2. env 설정 (1Password "ai-studio / dev .env.local")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cp .env.example .env.local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# 필수: NEXT_PUBLIC_SUPABASE_URL, NEXT_PUBLIC_SUPABASE_ANON_KEY,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#       SUPABASE_SERVICE_ROLE_KEY, ANTHROPIC_API_KEY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# 3. 마이그레이션 검증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curl https://ai-studio-drab-nine.vercel.app/api/admin/db-check \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-H "Cookie: &lt;super-admin 세션&gt;"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# 응답에 missing_migrations: [] 면 OK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# 4. 로컬 실행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npm run dev    # http://localhost:3000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# 5. 데모 + 더미 데이터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npm run seed:demo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npm run seed:demo-data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# 6. 검증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npm run test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npx tsc --noEmit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1일차 필독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916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apps/web/CLAUDE.md + AGENTS.md  (Next 16 변경점)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src/lib/agents/orchestrator-full.ts  (13 에이전트)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supabase/migrations/0001_profiles.sql  (권한 시작점)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src/proxy.ts  (모든 요청이 거치는 미들웨어)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1. 아키텍처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658368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6309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[Browser]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│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▼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[Next.js 16 App Router · Vercel]   ──▶  [Supabase Postgres + RLS]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│   ├ proxy.ts  (Supabase 세션 + tenant slug)         │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│   ├ /app      (Server Components 기본)              │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│   ├ /api      (Route Handlers — Node runtime)       │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│   └ /api/cron (Vercel Cron 트리거)                   │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│                                                      ├─ Storage (10 buckets)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▼                                                      └─ Auth (Magic + Password)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[외부 서비스]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├ Anthropic Claude   (Studio·Cast·Tutor 추론)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├ OpenAI / Gemini    (모델 다양화 A/B)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├ ElevenLabs         (TTS)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├ HeyGen             (영상 합성)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├ Stripe             (결제)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├ Resend             (이메일)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└ Upstash Redis      (rate limit · 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핵심 설계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맑은 고딕"/>
              </a:rPr>
              <a:t>▸ Server Components 기본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6420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맑은 고딕"/>
              </a:rPr>
              <a:t>초기 페인트↑ + 보안 데이터 노출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맑은 고딕"/>
              </a:rPr>
              <a:t>▸ RLS를 1차 방어선으로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328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맑은 고딕"/>
              </a:rPr>
              <a:t>API 권한 분기 최소화. admin client는 명시적으로만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맑은 고딕"/>
              </a:rPr>
              <a:t>▸ force-dynamic 다수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4015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맑은 고딕"/>
              </a:rPr>
              <a:t>본인 데이터 페이지 캐시 오염 방지. v2.3에서 점진 해제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맑은 고딕"/>
              </a:rPr>
              <a:t>▸ 멀티테넌트 = tenant_id + RLS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2702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맑은 고딕"/>
              </a:rPr>
              <a:t>스키마 분리보다 운영 단순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맑은 고딕"/>
              </a:rPr>
              <a:t>▸ 에이전트 in-process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1389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맑은 고딕"/>
              </a:rPr>
              <a:t>큐 없음. 30초+ 작업은 background fetch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2. 기술 스택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3035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프레임워크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Next.js 16.2.6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App Router · middleware → proxy.ts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언어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TypeScript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strict mode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React 19 + Tailwind 4 + Base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shadcn 패턴 (src/components/ui/*)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Supabase (Postgres 15 + pgvector)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RLS 필수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Supabase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Magic + Password (@supabase/ssr)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LLM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Anthropic SDK ^0.95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Claude Opus 4.7 / Sonnet 4.6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결제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Stripe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Test mode (라이브 미설정)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이메일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Resend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발신 전용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HeyGen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Cast 핵심 외부 의존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음성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ElevenLabs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Cast TTS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캐시·RateLimit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Upstash 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@upstash/redis + ratelimit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호스팅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Vercel (Seoul)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Supabase도 Seoul (RTT 최소화)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Vitest + Playwright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npm run test /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45309"/>
                </a:solidFill>
                <a:latin typeface="맑은 고딕"/>
              </a:rPr>
              <a:t>⚠ Next.js 16은 N15와 다름 — middleware.ts 아니라 proxy.ts. node_modules/next/dist/docs/ 확인.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3. 디렉토리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apps/web/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├── src/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├── app/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(public)            # / /login /signup /pricing /blog ...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dashboard           # 수강생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instructor          # 강사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operations          # 운영팀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admin               # admin role 전용 (~50 페이지)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super-admin         # keg_super_admin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api/                # Route Handlers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│   ├── cron            # Vercel Cron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│   ├── studio | cast | tutor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│   └── admin           # 관리자 RPC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loading.tsx · error.tsx · not-found.tsx     # (v2.3)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├── components/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ui/                 # shadcn primitives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Header.tsx          # role 메뉴 + cache()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EmptyState · SearchFilter · BulkActionBar   # (v2.3)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└── CookieConsent.tsx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├── lib/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agents/             # ★ Studio·Cast·Tutor 에이전트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supabase · auth · tenant · rate-limit · cost-guard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│   ├── email · rag · payments · csv · ...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│   └── proxy.ts                # ★ 미들웨어 (Next 16)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├── supabase/migrations/        # 0001 ~ 0050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├── scripts/                    # seed · capture · build-pptx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└── tests/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4. 권한 모델 (RLS 중심)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맑은 고딕"/>
              </a:rPr>
              <a:t>Role 6종 + SQL 헬퍼 4종. 모든 테이블 RLS 활성, API에서 권한 분기 최소화.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진입 화면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keg_super_admin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/super-admin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KEG 본부장 1명, 전체 테넌트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/admin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테넌트 어드민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/operations/dashboard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CS·KPI. /admin/* 일부 접근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instructor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/instructor/dashboard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자기 코스만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/sme/dashboard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전문 검수자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user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수강생 (기본값)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SQL 헬퍼 (0027·0034)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91640"/>
            <a:ext cx="41148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0" y="17830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is_admin(uid)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role IN ('admin','keg_super_admin')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is_admin_or_ops(uid)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+ 'operations'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is_keg_super_admin(uid)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role = 'keg_super_admin'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is_instructor_role(uid)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IN ('instructor','admin',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   'sme','creator')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select * 호출 후 권한은 RLS에 위임 — if/else 분기 줄임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createAdminClient() 사용 시 함수 내 role 체크 직접 수행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Header는 cache()로 페이지당 Supabase 호출 2→1 (v2.3)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5. 데이터베이스 — 마이그레이션 50개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669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번호 범위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주요 내용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0001-0005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profiles, studio_jobs, cost_log 골격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0006-0012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samples, sme_evaluations 3축, cast_jobs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0013-0016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RAG pgvector, tutor 대화/이해도, consent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0017-0021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audit_log, incidents, KPI·CS 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0022-0025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강사 NPS, content_remediation, retrospective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0026-0033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course_category, role 6종, enrollments, governance, Studio Pro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0034-0041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멀티테넌트 (tenants + tenant_id), webhooks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0042-0049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course_catalog, marketing, sales, P&amp;L, 글로벌, annual, G4 게이트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0050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runtime v2.1 — email_log, subscriptions, payment_log, certificates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25880"/>
            <a:ext cx="384048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41732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GET /api/admin/db-check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응답: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summary: {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 total_checks: 70+,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 passed: ...,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 failed: ...,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  overall: "✅ all_good"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},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missing_migrations: [],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buckets: [...]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Storage 버킷 9종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1206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맑은 고딕"/>
              </a:rPr>
              <a:t>cast-audio · cast-video · cast-captions · studio-pptx · cast-slide-images · user-avatar-sources · studio-pro-uploads · instructor-photos · instructor-voices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6. 에이전트 아키텍처 (핵심 IP)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맑은 고딕"/>
              </a:rPr>
              <a:t>3대 솔루션 × 29 에이전트. 모두 in-process 동기 실행 — 큐 없음.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Studio — 13 에이전트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TEAM 1 입력검증 (3)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TEAM 2 콘텐츠 생성 (5)
  Book·Slide·Quiz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TEAM 3 오케스트레이션 (2)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TEAM 4 SME 평가 (3)
  정확성·완전성·일관성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65760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Cast — 7 에이전트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PPT 파싱 → 스크립트 생성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TTS (ElevenLabs)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HeyGen 영상 합성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Whisper 자막 + 품질 평가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10장 기준 3-5분, $0.30/슬라이드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5661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Tutor — 9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3736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Intent 분류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RAG Retrieve (pgvector)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Answer 생성 + 인용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이해도 자동 평가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&lt; 50% → admin_alerts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공통 호출 흐름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32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cost-guard 일/월 한도 체크 → 초과 시 즉시 거절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cost-tracker 모델·토큰·USD를 cost_log에 기록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실패 시 studio_jobs.agent_logs / cast_jobs.agent_logs에 단계별 에러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7. API 라우트 패턴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7315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7040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// src/app/api/&lt;group&gt;/&lt;action&gt;/route.ts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export const runtime = "nodejs";          // 에이전트·DB 호출에 필요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export const dynamic = "force-dynamic";   // 인증 요청별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export async function POST(req: NextRequest) {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// 1) 인증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const supabase = await createClient();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const { data: { user } } = await supabase.auth.getUser();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if (!user) return NextResponse.json({ error: "unauthorized" }, { status: 401 });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// 2) 입력 검증 — zod 필수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const body = SchemaZ.parse(await req.json());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// 3) rate limit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const rl = await checkRateLimit("group:action", user.id);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if (!rl.allowed) return rateLimited(rl);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// 4) 비용 가드 (LLM 호출 전)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await assertCostBudget(user.id, estimatedUsd);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// 5) 처리 + 비용 기록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const result = await doWork(body);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await recordCost(user.id, model, tokens, actualUsd);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 return NextResponse.json({ ok: true, ... });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5가지 필수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인증 (auth.getUser)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zod 입력 검증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rate limit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비용 한도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에러 형식 통일
{ error, message?, retry_after_sec?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8. 환경 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맑은 고딕"/>
              </a:rPr>
              <a:t>필수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7432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키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NEXT_PUBLIC_SUPABASE_URL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Supabase 엔드포인트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NEXT_PUBLIC_SUPABASE_ANON_KEY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브라우저용 anon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SUPABASE_SERVICE_ROLE_KEY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서버 admin client (절대 노출 금지)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ANTHROPIC_API_KEY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Claude 추론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CRON_SECRET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Vercel Cron 인증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솔루션별 / 선택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3444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키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HEYGEN_API_KEY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Cast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ELEVENLABS_API_KEY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Cast TTS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GEMINI_API_KEY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모델 다양화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STRIPE_SECRET_KEY / WEBHOOK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결제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RESEND_API_KEY / FROM_EMAIL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이메일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UPSTASH_REDIS_REST_URL / TOKEN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rate limit · 캐시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ADMIN_ALERT_EMAILS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알림 수신 콤마 구분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COST_* (USER/GLOBAL DAILY/MONTHLY)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기본 5/50/100/1000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7490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5309"/>
                </a:solidFill>
                <a:latin typeface="맑은 고딕"/>
              </a:rPr>
              <a:t>비용 한도 (기본값)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COST_USER_DAILY_USD = 5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COST_USER_MONTHLY_USD = 50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COST_GLOBAL_DAILY_USD = 100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COST_GLOBAL_MONTHLY_USD = 1000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CAST_DAILY_LIMIT_USD / TUTOR_DAILY_LIMIT_USD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9. Cron 작업 (Vercel Cron)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맑은 고딕"/>
              </a:rPr>
              <a:t>vercel.json 정의 · 모든 /api/cron/* 핸들러는 Authorization: Bearer ${CRON_SECRET} 검증.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4846320"/>
              </a:tblGrid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/api/cron/measure-kpi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매일 00:00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kpi_metrics 일간 스냅샷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/api/cron/customer-success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매일 06:00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위험 학습자 케어 메시지 발송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/api/cron/learning-reminder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매일 09:00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미학습 학습자 리마인더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/api/cron/nps-push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분기 첫 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NPS 설문 발송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/api/cron/cost-monitor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매시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비용 한도 초과 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/api/cron/daily-tasks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매일 03:00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통합 일일 작업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/api/cron/governance-report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매주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거버넌스 리포트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/api/cron/account-cleanup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매일 04:00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삭제 예약 계정 처리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/api/cron/sme-request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매시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SME 검수 요청 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/api/cron/daily-report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매일 07:00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일일 운영 리포트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10·11·12. 멀티 테넌트 · Stripe · Resend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멀티 테넌트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tenant_id uuid (default 0000..0001)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&lt;slug&gt;.ai-studio.kr → proxy.ts가 x-tenant-slug 헤더 주입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getCurrentTenant() (lib/tenant/server.ts)가 헤더+profiles 종합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RLS: tenant_id = current_tenant_id()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914400"/>
            <a:ext cx="38404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960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4173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/api/payments/checkout → Checkout Session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redirect: /dashboard?stripe=success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/api/payments/webhook STRIPE_WEBHOOK_SECRET 검증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subscriptions · payment_log 업데이트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데모는 Test mode — 라이브 전환 시 키 교체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webhook 핸들러는 멱등 필수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914400"/>
            <a:ext cx="384048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960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Resend (이메일)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4173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lib/email/send.ts → sendEmail() 단일 진입점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사전 email_log queued → sent / failed 상태 전환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템플릿: lib/email/templates/*.ts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RESEND_API_KEY 미설정도 graceful — email_log에만 failed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13. 비용 · Rate Limit · 관측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비용 가드 패턴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7607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// src/lib/cost-guard/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await assertCostBudget(userId, estimatedUsd);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//   → 한도 초과면 throw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//      (사용자별 / 글로벌 / 일별 / 월별)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// ... 외부 LLM 호출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await recordCost(userId, model, tokens, actualUsd);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//   → cost_log 에 기록</a:t>
            </a:r>
          </a:p>
          <a:p>
            <a:pPr algn="l"/>
            <a:r>
              <a:rPr sz="1000">
                <a:solidFill>
                  <a:srgbClr val="E2E8F0"/>
                </a:solidFill>
                <a:latin typeface="Consolas"/>
              </a:rPr>
              <a:t>//      → /admin/monitoring 에서 집계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Rate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Upstash sliding window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키 prefix: auth:login · studio:create · cast:create · tutor:chat ...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비로그인 라우트는 IP fallback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/api/auth/login|signup만 proxy에서 처리, 나머지는 핸들러에서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관측 테이블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23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cost_log — 모든 LLM·외부 호출 비용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audit_log — 권한 변경·삭제 등 보안 이벤트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email_log — 모든 이메일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incidents — 시스템 장애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(선택) PostHog — 페이지뷰·이벤트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14. 자주 막히는 함정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858000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증상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대처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middleware.ts를 만들었는데 안 먹는다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Next 16은 proxy.ts (apps/web/src/proxy.ts)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RLS 때문에 row가 안 보인다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createAdminClient() 의도적으로 결정 + 함수 내 role 체크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에이전트 작업 30초 타임아웃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Vercel = 30s/300s. 장시간은 결과 polling 패턴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force-dynamic 너무 많다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본인 데이터 페이지가 다수. v2.3에서 정적화 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Supabase 응답 타입 에러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npx supabase gen types typescript → src/lib/supabase/types.ts 갱신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Stripe webhook 재시도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핸들러는 멱등 필수. 같은 이벤트 두 번 받아도 안전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빈 페이지 / 접근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역할별 권한 확인. is_admin_or_ops 헬퍼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15. 시연 /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맑은 고딕"/>
              </a:rPr>
              <a:t>전체: docs/manual/USER-MANUAL.md  |  PPT: docs/manual/ai-studio-user-manual.pptx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7955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cd apps/web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# 1) 데모 계정 (강사·수강생·운영자, 비번 rlarudtn2!)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npm run seed:demo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# 2) 더미 데이터 (코스·티켓·신고·Studio 샘플)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npm run seed:demo-data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# 3) 27개 페이지 스크린샷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BASE_URL=https://ai-studio-drab-nine.vercel.app npm run capture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# 4) 사용설명서 PPT 31장 자동 빌드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npm run manual:pptx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# 종료 후 정리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npx tsx scripts/seed-demo-data.ts --cleanup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onsolas"/>
              </a:rPr>
              <a:t>npx tsx scripts/seed-demo-users.ts --cleanup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5309"/>
                </a:solidFill>
                <a:latin typeface="맑은 고딕"/>
              </a:rPr>
              <a:t>주의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6916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비번 rlarudtn2! 약함 — 종료 즉시 cleanup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ai-studio.kr DNS Netlify에 잔존 — Vercel로 전환 필요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Studio/Cast 실시간 호출은 분 단위 — 미리 완료된 결과로 시연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16. 알려진 이슈 / 백로그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4846320"/>
              </a:tblGrid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우선순위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이슈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메모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ai-studio.kr DNS Netlify 잔존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시연 전 Vercel로 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admin_alerts.message 컬럼명 미스매치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마이그 0015 정의는 alert_message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force-dynamic 페이지 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revalidate: 60 또는 정적화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30+ 관리자 페이지 SearchFilter/CSV 미적용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v2.3 인프라 깔렸음, retrofit 미완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모바일 테이블 가독성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md: 이하 카드 레이아웃 변환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Stripe 라이브 키 미적용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결제 시작 시점에 교체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다국어(en/ja) 일부만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i18n 키 추가 + 번역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Sentry/PostHog 옵셔널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맑은 고딕"/>
                        </a:rPr>
                        <a:t>운영 안정화 단계 결정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</a:rPr>
              <a:t>17·18. 코드 리뷰 규칙 / 외부 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코드 리뷰 / 기여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모든 PR은 main 대상 · feature 브랜치 (feature/&lt;topic&gt;)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머지 전: tsc --noEmit + npm run test + UI 변경 시 스크린샷 PR 첨부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마이그레이션은 다음 번호 (0050 → 0051). 기존 절대 수정 금지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100">
                <a:solidFill>
                  <a:srgbClr val="0F172A"/>
                </a:solidFill>
                <a:latin typeface="맑은 고딕"/>
              </a:rPr>
              <a:t>커밋 메시지는 한국어/영어 OK, 의미 단위로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FF"/>
                </a:solidFill>
                <a:latin typeface="맑은 고딕"/>
              </a:rPr>
              <a:t>외부 의존성 /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8016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0312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연락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Aurein AX (컨설팅·아키텍처)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aureinstudio@gmail.com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KEG 본부장 (의사결정)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(내부)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Supabase / Vercel owner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aureinstudio@gmail.com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Stripe 계정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TBD — 라이브 전환 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Resend 발신 도메인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맑은 고딕"/>
                        </a:rPr>
                        <a:t>ai-studio.kr (DNS 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맑은 고딕"/>
              </a:rPr>
              <a:t>ai-studio · 기술 이전 문서 v2.3.0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맑은 고딕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맑은 고딕"/>
              </a:rPr>
              <a:t>한 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Studio · Cast · Tutor 3솔루션을 떠받치는 Next 16 + Supabase 모노레포.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맑은 고딕"/>
              </a:rPr>
              <a:t>RLS와 비용 가드를 두 기둥으로, 모든 페이지가 role 기반 자동 라우팅된다.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2743200" cy="54864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새 기능 추가 시 항상 확인할 5가지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400">
                <a:solidFill>
                  <a:srgbClr val="CBD5E1"/>
                </a:solidFill>
                <a:latin typeface="맑은 고딕"/>
              </a:rPr>
              <a:t>(1) 마이그레이션  (2) RLS  (3) zod 검증  (4) rate limit  (5) 비용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맑은 고딕"/>
              </a:rPr>
              <a:t>참고: docs/HANDOVER.md · docs/manual/ · apps/web/CLAUDE.md+AGENTS.md  |  aureinstudio@gmail.com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